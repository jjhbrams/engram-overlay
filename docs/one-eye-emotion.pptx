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1152" y="2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7564E-0599-A0C4-B93B-6D59C638A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3A0751-E282-7C25-FDF0-5E99F2FA9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8CB687-A933-D9F7-09BE-9EF79156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02915E-BBA5-9DC7-92C9-074BEB878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FDA3E6-9C60-F10F-073B-5C075112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921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75638-C128-C20A-BA68-2EA12A96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24E29-D0D0-4023-3443-21FFE6482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9D620-4623-825B-2E3B-D1967614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7C0B88-D644-8A93-9B4F-EA1BED7C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BBB02-A712-0965-787B-74167DEF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16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D15AD-063E-F258-BE06-0D826EEA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8FE8F4-34BC-0AA2-A27A-2B7492CCD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75724D-72E6-FD60-1EF9-865F131C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D075C7-EC45-5C17-DBFA-9AE1090A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DB6CA5-D174-D0CB-DEA5-EFCE444F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08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AE5C9-17B2-2610-F657-4343C92B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BC8980-33C9-363D-F5DB-F700824B3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FD095F-EF35-8DFB-764B-050678CAC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BDCE40-4CF2-0B26-DCFD-B2D7AF21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8C1E65-E4ED-422E-8F72-15E82DAF7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B142F9-6392-8DC4-0301-1A03B5DE1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4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7DE0D-4092-3C61-D2A6-25F53AAAE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B0ADB1-4533-4FE2-C87A-88F11C5A9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2F0580-9957-9D94-E08B-3E2F364CA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B47C60-27B0-0470-30C9-5B47D111E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78948E-218B-CD7D-3189-277216C02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A0B3A6-1B93-D1DA-343C-B11C1F5B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28D3246-7E9E-CE1E-B83F-8845DB6E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D1EC8B-E025-F7BA-B376-66EF1C25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17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5BE4B-286A-A01A-2FA9-0F3ADE82F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031E88-8173-3237-5569-6082E67BD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E1910B-EA22-2F64-9783-6CAA6A01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A144B0-CA7F-F3FC-1FE0-7A9DE5E89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8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25A794-AEE3-BD11-A95A-39EC456F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E366B0-ACE7-29D6-8FC1-670B9CC7F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7685C2-C3D4-7088-C700-24490031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5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11797-D894-4230-83FF-47D166C43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C412CB-15F6-831D-A742-6FC1A1D3B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1307D6-F6B4-0570-016E-825EAB063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4F674A-A52F-5726-18A4-3E6CE51A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E394ED-0BD6-C0FB-E64B-2BE3FA93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B4882A-D296-EAF2-90A4-6A09AEBE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041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5BFF8-365F-7916-B148-3B9A0D91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8E5677-09BA-EED9-F8C3-A6B67CC40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8601B8-73FD-2B5C-02C4-F09CEC172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9ED7CD-C420-BD42-5CB4-1AC119EF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0E2490-3C5D-2774-E0A3-58159357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3BEC27-A100-A8AB-03C8-67E96C8A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53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11F9E-10D8-6AFC-DE38-24950F0D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297B3F-52A0-9AEE-7925-7CB6E5B63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21D55-76D8-F938-425E-5FC0D4B1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DD859E-82EE-7685-A953-77218365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547E65-E0C6-000D-6BC6-D55BFC70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67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31D31C-CD5F-B6E9-22B6-C269B4B2D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040B3-C9F4-4F33-051B-63366B67F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AA9A72-EA86-3871-0406-5C7C9156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9F006B-A53C-023C-9BAD-ED30B4B9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B6940-4194-7169-BB48-13713889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03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F777A6-A05B-04C0-34BB-0BC92278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8AF160-A2C5-5554-4C26-5C43B26B5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A4196-1C35-EDB1-3791-57BBC0075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8D041-FB19-4C20-876A-C4804ACF28F2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4B14EA-3565-5F76-9EC1-C0378A99F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7D34A9-BF80-CA2C-C8EE-0EFFCD112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6D485-5A59-4DCE-AC3E-9B490F4404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52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E5041C1A-9AC4-2033-2C03-8EA53809500F}"/>
              </a:ext>
            </a:extLst>
          </p:cNvPr>
          <p:cNvSpPr>
            <a:spLocks noChangeAspect="1"/>
          </p:cNvSpPr>
          <p:nvPr/>
        </p:nvSpPr>
        <p:spPr>
          <a:xfrm>
            <a:off x="1862003" y="1801452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486F953-FB6F-A4C5-67DB-A3151DC0406B}"/>
              </a:ext>
            </a:extLst>
          </p:cNvPr>
          <p:cNvSpPr>
            <a:spLocks noChangeAspect="1"/>
          </p:cNvSpPr>
          <p:nvPr/>
        </p:nvSpPr>
        <p:spPr>
          <a:xfrm>
            <a:off x="2041538" y="1978799"/>
            <a:ext cx="540000" cy="540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현 12">
            <a:extLst>
              <a:ext uri="{FF2B5EF4-FFF2-40B4-BE49-F238E27FC236}">
                <a16:creationId xmlns:a16="http://schemas.microsoft.com/office/drawing/2014/main" id="{7DE70B42-79FB-A601-2FAB-4130A6369918}"/>
              </a:ext>
            </a:extLst>
          </p:cNvPr>
          <p:cNvSpPr>
            <a:spLocks noChangeAspect="1"/>
          </p:cNvSpPr>
          <p:nvPr/>
        </p:nvSpPr>
        <p:spPr>
          <a:xfrm rot="18583120">
            <a:off x="1857378" y="1798799"/>
            <a:ext cx="900000" cy="900000"/>
          </a:xfrm>
          <a:prstGeom prst="chord">
            <a:avLst>
              <a:gd name="adj1" fmla="val 3699172"/>
              <a:gd name="adj2" fmla="val 13018069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현 14">
            <a:extLst>
              <a:ext uri="{FF2B5EF4-FFF2-40B4-BE49-F238E27FC236}">
                <a16:creationId xmlns:a16="http://schemas.microsoft.com/office/drawing/2014/main" id="{AB7882C2-40AE-A228-416E-386228A64488}"/>
              </a:ext>
            </a:extLst>
          </p:cNvPr>
          <p:cNvSpPr>
            <a:spLocks noChangeAspect="1"/>
          </p:cNvSpPr>
          <p:nvPr/>
        </p:nvSpPr>
        <p:spPr>
          <a:xfrm rot="7809300">
            <a:off x="1857805" y="1798372"/>
            <a:ext cx="900000" cy="900000"/>
          </a:xfrm>
          <a:prstGeom prst="chord">
            <a:avLst>
              <a:gd name="adj1" fmla="val 3699172"/>
              <a:gd name="adj2" fmla="val 13018069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DA23EB0-6130-BA5F-E132-085B457815A0}"/>
              </a:ext>
            </a:extLst>
          </p:cNvPr>
          <p:cNvSpPr>
            <a:spLocks noChangeAspect="1"/>
          </p:cNvSpPr>
          <p:nvPr/>
        </p:nvSpPr>
        <p:spPr>
          <a:xfrm>
            <a:off x="1777156" y="194180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119FDA0-9C96-BCA8-286A-360D35328430}"/>
              </a:ext>
            </a:extLst>
          </p:cNvPr>
          <p:cNvSpPr>
            <a:spLocks noChangeAspect="1"/>
          </p:cNvSpPr>
          <p:nvPr/>
        </p:nvSpPr>
        <p:spPr>
          <a:xfrm>
            <a:off x="1956691" y="371527"/>
            <a:ext cx="540000" cy="540000"/>
          </a:xfrm>
          <a:prstGeom prst="ellipse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현 20">
            <a:extLst>
              <a:ext uri="{FF2B5EF4-FFF2-40B4-BE49-F238E27FC236}">
                <a16:creationId xmlns:a16="http://schemas.microsoft.com/office/drawing/2014/main" id="{CAFAA868-3B96-1E32-1A7A-87B267D5466E}"/>
              </a:ext>
            </a:extLst>
          </p:cNvPr>
          <p:cNvSpPr>
            <a:spLocks noChangeAspect="1"/>
          </p:cNvSpPr>
          <p:nvPr/>
        </p:nvSpPr>
        <p:spPr>
          <a:xfrm rot="7809300">
            <a:off x="1776690" y="192022"/>
            <a:ext cx="900000" cy="900000"/>
          </a:xfrm>
          <a:prstGeom prst="chord">
            <a:avLst>
              <a:gd name="adj1" fmla="val 3699172"/>
              <a:gd name="adj2" fmla="val 13018069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2654B69-8B20-6D5D-5CDF-67D307DEFFD8}"/>
              </a:ext>
            </a:extLst>
          </p:cNvPr>
          <p:cNvSpPr>
            <a:spLocks noChangeAspect="1"/>
          </p:cNvSpPr>
          <p:nvPr/>
        </p:nvSpPr>
        <p:spPr>
          <a:xfrm>
            <a:off x="3551889" y="216300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CC259C76-4F94-16BB-60ED-879DFD814761}"/>
              </a:ext>
            </a:extLst>
          </p:cNvPr>
          <p:cNvSpPr>
            <a:spLocks noChangeAspect="1"/>
          </p:cNvSpPr>
          <p:nvPr/>
        </p:nvSpPr>
        <p:spPr>
          <a:xfrm>
            <a:off x="3731424" y="393647"/>
            <a:ext cx="540000" cy="540000"/>
          </a:xfrm>
          <a:prstGeom prst="ellipse">
            <a:avLst/>
          </a:prstGeom>
          <a:solidFill>
            <a:srgbClr val="FFFF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현 28">
            <a:extLst>
              <a:ext uri="{FF2B5EF4-FFF2-40B4-BE49-F238E27FC236}">
                <a16:creationId xmlns:a16="http://schemas.microsoft.com/office/drawing/2014/main" id="{2E27362F-E790-9D4D-FA2F-48A6969724A6}"/>
              </a:ext>
            </a:extLst>
          </p:cNvPr>
          <p:cNvSpPr>
            <a:spLocks noChangeAspect="1"/>
          </p:cNvSpPr>
          <p:nvPr/>
        </p:nvSpPr>
        <p:spPr>
          <a:xfrm rot="17945125">
            <a:off x="3556230" y="213647"/>
            <a:ext cx="900000" cy="900000"/>
          </a:xfrm>
          <a:prstGeom prst="chord">
            <a:avLst>
              <a:gd name="adj1" fmla="val 5005965"/>
              <a:gd name="adj2" fmla="val 13018069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A49D9C5-4735-4FA4-4EBD-12C0E2EC3759}"/>
              </a:ext>
            </a:extLst>
          </p:cNvPr>
          <p:cNvSpPr>
            <a:spLocks noChangeAspect="1"/>
          </p:cNvSpPr>
          <p:nvPr/>
        </p:nvSpPr>
        <p:spPr>
          <a:xfrm>
            <a:off x="278113" y="1791834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7DEA31B-BBB2-E3CF-4DDD-E47AC361F127}"/>
              </a:ext>
            </a:extLst>
          </p:cNvPr>
          <p:cNvSpPr>
            <a:spLocks noChangeAspect="1"/>
          </p:cNvSpPr>
          <p:nvPr/>
        </p:nvSpPr>
        <p:spPr>
          <a:xfrm>
            <a:off x="457648" y="1969181"/>
            <a:ext cx="540000" cy="540000"/>
          </a:xfrm>
          <a:prstGeom prst="ellipse">
            <a:avLst/>
          </a:prstGeom>
          <a:solidFill>
            <a:schemeClr val="bg2">
              <a:lumMod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현 50">
            <a:extLst>
              <a:ext uri="{FF2B5EF4-FFF2-40B4-BE49-F238E27FC236}">
                <a16:creationId xmlns:a16="http://schemas.microsoft.com/office/drawing/2014/main" id="{46AAAAEE-B820-5BBA-3DC1-245AAB3EFA69}"/>
              </a:ext>
            </a:extLst>
          </p:cNvPr>
          <p:cNvSpPr>
            <a:spLocks noChangeAspect="1"/>
          </p:cNvSpPr>
          <p:nvPr/>
        </p:nvSpPr>
        <p:spPr>
          <a:xfrm rot="4584575">
            <a:off x="277647" y="1789182"/>
            <a:ext cx="900000" cy="900000"/>
          </a:xfrm>
          <a:prstGeom prst="chord">
            <a:avLst>
              <a:gd name="adj1" fmla="val 7943687"/>
              <a:gd name="adj2" fmla="val 15399063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현 52">
            <a:extLst>
              <a:ext uri="{FF2B5EF4-FFF2-40B4-BE49-F238E27FC236}">
                <a16:creationId xmlns:a16="http://schemas.microsoft.com/office/drawing/2014/main" id="{FF162067-24F9-508D-FC69-53CCE3FD4FD9}"/>
              </a:ext>
            </a:extLst>
          </p:cNvPr>
          <p:cNvSpPr>
            <a:spLocks noChangeAspect="1"/>
          </p:cNvSpPr>
          <p:nvPr/>
        </p:nvSpPr>
        <p:spPr>
          <a:xfrm rot="14326363">
            <a:off x="294385" y="1798857"/>
            <a:ext cx="900000" cy="900000"/>
          </a:xfrm>
          <a:prstGeom prst="chord">
            <a:avLst>
              <a:gd name="adj1" fmla="val 7943687"/>
              <a:gd name="adj2" fmla="val 13018069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AED3545-CDAA-2720-EA35-3281D1D48E7D}"/>
              </a:ext>
            </a:extLst>
          </p:cNvPr>
          <p:cNvSpPr>
            <a:spLocks noChangeAspect="1"/>
          </p:cNvSpPr>
          <p:nvPr/>
        </p:nvSpPr>
        <p:spPr>
          <a:xfrm>
            <a:off x="331006" y="177852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ECE81E24-D790-DACC-24D9-36A714182F0C}"/>
              </a:ext>
            </a:extLst>
          </p:cNvPr>
          <p:cNvSpPr>
            <a:spLocks noChangeAspect="1"/>
          </p:cNvSpPr>
          <p:nvPr/>
        </p:nvSpPr>
        <p:spPr>
          <a:xfrm>
            <a:off x="510541" y="355199"/>
            <a:ext cx="540000" cy="540000"/>
          </a:xfrm>
          <a:prstGeom prst="ellipse">
            <a:avLst/>
          </a:prstGeom>
          <a:solidFill>
            <a:srgbClr val="FFC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E0C1F676-182F-5841-4735-5332A0FDE483}"/>
              </a:ext>
            </a:extLst>
          </p:cNvPr>
          <p:cNvSpPr>
            <a:spLocks noChangeAspect="1"/>
          </p:cNvSpPr>
          <p:nvPr/>
        </p:nvSpPr>
        <p:spPr>
          <a:xfrm>
            <a:off x="5165601" y="246330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BE013D5A-FDB3-E47A-4265-A668CBF4FB24}"/>
              </a:ext>
            </a:extLst>
          </p:cNvPr>
          <p:cNvSpPr>
            <a:spLocks noChangeAspect="1"/>
          </p:cNvSpPr>
          <p:nvPr/>
        </p:nvSpPr>
        <p:spPr>
          <a:xfrm>
            <a:off x="5345136" y="423677"/>
            <a:ext cx="540000" cy="540000"/>
          </a:xfrm>
          <a:prstGeom prst="ellipse">
            <a:avLst/>
          </a:prstGeom>
          <a:solidFill>
            <a:srgbClr val="FFFF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현 62">
            <a:extLst>
              <a:ext uri="{FF2B5EF4-FFF2-40B4-BE49-F238E27FC236}">
                <a16:creationId xmlns:a16="http://schemas.microsoft.com/office/drawing/2014/main" id="{65D49153-0260-305A-2B4B-7FF25B0E09AD}"/>
              </a:ext>
            </a:extLst>
          </p:cNvPr>
          <p:cNvSpPr>
            <a:spLocks noChangeAspect="1"/>
          </p:cNvSpPr>
          <p:nvPr/>
        </p:nvSpPr>
        <p:spPr>
          <a:xfrm rot="14925446">
            <a:off x="5165135" y="243678"/>
            <a:ext cx="900000" cy="900000"/>
          </a:xfrm>
          <a:prstGeom prst="chord">
            <a:avLst>
              <a:gd name="adj1" fmla="val 7204844"/>
              <a:gd name="adj2" fmla="val 14275144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현 64">
            <a:extLst>
              <a:ext uri="{FF2B5EF4-FFF2-40B4-BE49-F238E27FC236}">
                <a16:creationId xmlns:a16="http://schemas.microsoft.com/office/drawing/2014/main" id="{90E42B8B-2965-88F5-9813-BD61D9111B8A}"/>
              </a:ext>
            </a:extLst>
          </p:cNvPr>
          <p:cNvSpPr>
            <a:spLocks noChangeAspect="1"/>
          </p:cNvSpPr>
          <p:nvPr/>
        </p:nvSpPr>
        <p:spPr>
          <a:xfrm rot="5978476">
            <a:off x="5151772" y="243679"/>
            <a:ext cx="900000" cy="900000"/>
          </a:xfrm>
          <a:prstGeom prst="chord">
            <a:avLst>
              <a:gd name="adj1" fmla="val 7943687"/>
              <a:gd name="adj2" fmla="val 12536149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6058214E-0071-4FFC-15CB-C9DAAF32D6F7}"/>
              </a:ext>
            </a:extLst>
          </p:cNvPr>
          <p:cNvSpPr>
            <a:spLocks noChangeAspect="1"/>
          </p:cNvSpPr>
          <p:nvPr/>
        </p:nvSpPr>
        <p:spPr>
          <a:xfrm>
            <a:off x="5226589" y="1817270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87286949-B26F-C6D0-8D73-B79CFBEA224B}"/>
              </a:ext>
            </a:extLst>
          </p:cNvPr>
          <p:cNvSpPr>
            <a:spLocks noChangeAspect="1"/>
          </p:cNvSpPr>
          <p:nvPr/>
        </p:nvSpPr>
        <p:spPr>
          <a:xfrm>
            <a:off x="5406124" y="1994617"/>
            <a:ext cx="540000" cy="540000"/>
          </a:xfrm>
          <a:prstGeom prst="ellipse">
            <a:avLst/>
          </a:prstGeom>
          <a:solidFill>
            <a:srgbClr val="FF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부분 원형 69">
            <a:extLst>
              <a:ext uri="{FF2B5EF4-FFF2-40B4-BE49-F238E27FC236}">
                <a16:creationId xmlns:a16="http://schemas.microsoft.com/office/drawing/2014/main" id="{361DEB40-EBA2-AE41-3D6F-9D93709D8EB1}"/>
              </a:ext>
            </a:extLst>
          </p:cNvPr>
          <p:cNvSpPr/>
          <p:nvPr/>
        </p:nvSpPr>
        <p:spPr>
          <a:xfrm rot="7599803">
            <a:off x="5236620" y="1814618"/>
            <a:ext cx="900000" cy="900000"/>
          </a:xfrm>
          <a:prstGeom prst="pie">
            <a:avLst>
              <a:gd name="adj1" fmla="val 5213624"/>
              <a:gd name="adj2" fmla="val 11882805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현 71">
            <a:extLst>
              <a:ext uri="{FF2B5EF4-FFF2-40B4-BE49-F238E27FC236}">
                <a16:creationId xmlns:a16="http://schemas.microsoft.com/office/drawing/2014/main" id="{E8A5E214-86E9-C9B8-3F06-82B33719A10B}"/>
              </a:ext>
            </a:extLst>
          </p:cNvPr>
          <p:cNvSpPr>
            <a:spLocks noChangeAspect="1"/>
          </p:cNvSpPr>
          <p:nvPr/>
        </p:nvSpPr>
        <p:spPr>
          <a:xfrm rot="18583120">
            <a:off x="5241499" y="1835813"/>
            <a:ext cx="900000" cy="900000"/>
          </a:xfrm>
          <a:prstGeom prst="chord">
            <a:avLst>
              <a:gd name="adj1" fmla="val 3861494"/>
              <a:gd name="adj2" fmla="val 13019023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2A97996D-8801-810E-172E-6AACAB0175C3}"/>
              </a:ext>
            </a:extLst>
          </p:cNvPr>
          <p:cNvSpPr>
            <a:spLocks noChangeAspect="1"/>
          </p:cNvSpPr>
          <p:nvPr/>
        </p:nvSpPr>
        <p:spPr>
          <a:xfrm>
            <a:off x="3566228" y="1878366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D3B6C578-11AD-165C-7551-293B90C173B3}"/>
              </a:ext>
            </a:extLst>
          </p:cNvPr>
          <p:cNvSpPr>
            <a:spLocks noChangeAspect="1"/>
          </p:cNvSpPr>
          <p:nvPr/>
        </p:nvSpPr>
        <p:spPr>
          <a:xfrm>
            <a:off x="3745763" y="2055713"/>
            <a:ext cx="540000" cy="540000"/>
          </a:xfrm>
          <a:prstGeom prst="ellipse">
            <a:avLst/>
          </a:prstGeom>
          <a:solidFill>
            <a:srgbClr val="FF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부분 원형 77">
            <a:extLst>
              <a:ext uri="{FF2B5EF4-FFF2-40B4-BE49-F238E27FC236}">
                <a16:creationId xmlns:a16="http://schemas.microsoft.com/office/drawing/2014/main" id="{EFA0E082-64A1-9F9B-4D5A-0FAC79DD85CF}"/>
              </a:ext>
            </a:extLst>
          </p:cNvPr>
          <p:cNvSpPr/>
          <p:nvPr/>
        </p:nvSpPr>
        <p:spPr>
          <a:xfrm rot="7599803">
            <a:off x="3576259" y="1875714"/>
            <a:ext cx="900000" cy="900000"/>
          </a:xfrm>
          <a:prstGeom prst="pie">
            <a:avLst>
              <a:gd name="adj1" fmla="val 5213624"/>
              <a:gd name="adj2" fmla="val 11882805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현 79">
            <a:extLst>
              <a:ext uri="{FF2B5EF4-FFF2-40B4-BE49-F238E27FC236}">
                <a16:creationId xmlns:a16="http://schemas.microsoft.com/office/drawing/2014/main" id="{DE333AF6-1029-A360-8491-129DCA6CFECB}"/>
              </a:ext>
            </a:extLst>
          </p:cNvPr>
          <p:cNvSpPr>
            <a:spLocks noChangeAspect="1"/>
          </p:cNvSpPr>
          <p:nvPr/>
        </p:nvSpPr>
        <p:spPr>
          <a:xfrm rot="18583120">
            <a:off x="3581138" y="1896909"/>
            <a:ext cx="900000" cy="900000"/>
          </a:xfrm>
          <a:prstGeom prst="chord">
            <a:avLst>
              <a:gd name="adj1" fmla="val 5712393"/>
              <a:gd name="adj2" fmla="val 10558490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A8ACE19F-1B99-F3AA-B90B-123D292A2BD8}"/>
              </a:ext>
            </a:extLst>
          </p:cNvPr>
          <p:cNvSpPr>
            <a:spLocks noChangeAspect="1"/>
          </p:cNvSpPr>
          <p:nvPr/>
        </p:nvSpPr>
        <p:spPr>
          <a:xfrm>
            <a:off x="322107" y="3502923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6E25484C-F29B-0EE9-FD53-2B4FD1225BE0}"/>
              </a:ext>
            </a:extLst>
          </p:cNvPr>
          <p:cNvSpPr>
            <a:spLocks noChangeAspect="1"/>
          </p:cNvSpPr>
          <p:nvPr/>
        </p:nvSpPr>
        <p:spPr>
          <a:xfrm>
            <a:off x="501642" y="3680270"/>
            <a:ext cx="540000" cy="540000"/>
          </a:xfrm>
          <a:prstGeom prst="ellipse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현 89">
            <a:extLst>
              <a:ext uri="{FF2B5EF4-FFF2-40B4-BE49-F238E27FC236}">
                <a16:creationId xmlns:a16="http://schemas.microsoft.com/office/drawing/2014/main" id="{A96E539C-31AC-F68B-9018-701DEDA9B356}"/>
              </a:ext>
            </a:extLst>
          </p:cNvPr>
          <p:cNvSpPr>
            <a:spLocks noChangeAspect="1"/>
          </p:cNvSpPr>
          <p:nvPr/>
        </p:nvSpPr>
        <p:spPr>
          <a:xfrm rot="8060093">
            <a:off x="319270" y="3500271"/>
            <a:ext cx="900000" cy="900000"/>
          </a:xfrm>
          <a:prstGeom prst="chord">
            <a:avLst>
              <a:gd name="adj1" fmla="val 2294633"/>
              <a:gd name="adj2" fmla="val 11702830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현 93">
            <a:extLst>
              <a:ext uri="{FF2B5EF4-FFF2-40B4-BE49-F238E27FC236}">
                <a16:creationId xmlns:a16="http://schemas.microsoft.com/office/drawing/2014/main" id="{34401B1E-7B9E-1DBD-B046-0E685CA6BCD1}"/>
              </a:ext>
            </a:extLst>
          </p:cNvPr>
          <p:cNvSpPr>
            <a:spLocks noChangeAspect="1"/>
          </p:cNvSpPr>
          <p:nvPr/>
        </p:nvSpPr>
        <p:spPr>
          <a:xfrm rot="10323430">
            <a:off x="332139" y="3480271"/>
            <a:ext cx="900000" cy="900000"/>
          </a:xfrm>
          <a:prstGeom prst="chord">
            <a:avLst>
              <a:gd name="adj1" fmla="val 2294633"/>
              <a:gd name="adj2" fmla="val 11702830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26C200D1-E903-9DD5-EA50-B63C26A2E980}"/>
              </a:ext>
            </a:extLst>
          </p:cNvPr>
          <p:cNvSpPr>
            <a:spLocks noChangeAspect="1"/>
          </p:cNvSpPr>
          <p:nvPr/>
        </p:nvSpPr>
        <p:spPr>
          <a:xfrm>
            <a:off x="1927380" y="3502924"/>
            <a:ext cx="900000" cy="900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459619C4-EFFE-D0D1-7553-63B02FF3361F}"/>
              </a:ext>
            </a:extLst>
          </p:cNvPr>
          <p:cNvSpPr>
            <a:spLocks noChangeAspect="1"/>
          </p:cNvSpPr>
          <p:nvPr/>
        </p:nvSpPr>
        <p:spPr>
          <a:xfrm>
            <a:off x="2106915" y="3680271"/>
            <a:ext cx="540000" cy="540000"/>
          </a:xfrm>
          <a:prstGeom prst="ellipse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현 99">
            <a:extLst>
              <a:ext uri="{FF2B5EF4-FFF2-40B4-BE49-F238E27FC236}">
                <a16:creationId xmlns:a16="http://schemas.microsoft.com/office/drawing/2014/main" id="{28320991-4CAC-3771-957B-ECF1624BB435}"/>
              </a:ext>
            </a:extLst>
          </p:cNvPr>
          <p:cNvSpPr>
            <a:spLocks noChangeAspect="1"/>
          </p:cNvSpPr>
          <p:nvPr/>
        </p:nvSpPr>
        <p:spPr>
          <a:xfrm rot="10323430">
            <a:off x="1937412" y="3480272"/>
            <a:ext cx="900000" cy="900000"/>
          </a:xfrm>
          <a:prstGeom prst="chord">
            <a:avLst>
              <a:gd name="adj1" fmla="val 2294633"/>
              <a:gd name="adj2" fmla="val 11702830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현 101">
            <a:extLst>
              <a:ext uri="{FF2B5EF4-FFF2-40B4-BE49-F238E27FC236}">
                <a16:creationId xmlns:a16="http://schemas.microsoft.com/office/drawing/2014/main" id="{C4FBC6C7-8532-315A-4CB6-CEEE3791AFB4}"/>
              </a:ext>
            </a:extLst>
          </p:cNvPr>
          <p:cNvSpPr>
            <a:spLocks noChangeAspect="1"/>
          </p:cNvSpPr>
          <p:nvPr/>
        </p:nvSpPr>
        <p:spPr>
          <a:xfrm rot="8060093">
            <a:off x="1937411" y="3480271"/>
            <a:ext cx="900000" cy="900000"/>
          </a:xfrm>
          <a:prstGeom prst="chord">
            <a:avLst>
              <a:gd name="adj1" fmla="val 2294633"/>
              <a:gd name="adj2" fmla="val 11702830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현 103">
            <a:extLst>
              <a:ext uri="{FF2B5EF4-FFF2-40B4-BE49-F238E27FC236}">
                <a16:creationId xmlns:a16="http://schemas.microsoft.com/office/drawing/2014/main" id="{CC8D80D7-018F-E714-05F8-96F37CBC0ECD}"/>
              </a:ext>
            </a:extLst>
          </p:cNvPr>
          <p:cNvSpPr>
            <a:spLocks noChangeAspect="1"/>
          </p:cNvSpPr>
          <p:nvPr/>
        </p:nvSpPr>
        <p:spPr>
          <a:xfrm rot="19927936">
            <a:off x="1937412" y="3489290"/>
            <a:ext cx="900000" cy="900000"/>
          </a:xfrm>
          <a:prstGeom prst="chord">
            <a:avLst>
              <a:gd name="adj1" fmla="val 3040875"/>
              <a:gd name="adj2" fmla="val 10927779"/>
            </a:avLst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5CFB802-1FF6-C2A8-600D-227946CD82A4}"/>
              </a:ext>
            </a:extLst>
          </p:cNvPr>
          <p:cNvSpPr txBox="1"/>
          <p:nvPr/>
        </p:nvSpPr>
        <p:spPr>
          <a:xfrm>
            <a:off x="182336" y="1070533"/>
            <a:ext cx="123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idle</a:t>
            </a:r>
            <a:endParaRPr lang="ko-KR" altLang="en-US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41FCFBF-4316-96EC-47ED-33C494C6FCD8}"/>
              </a:ext>
            </a:extLst>
          </p:cNvPr>
          <p:cNvSpPr txBox="1"/>
          <p:nvPr/>
        </p:nvSpPr>
        <p:spPr>
          <a:xfrm>
            <a:off x="1609639" y="1058643"/>
            <a:ext cx="123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boring</a:t>
            </a:r>
            <a:endParaRPr lang="ko-KR" alt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F8369AE-2906-F2B6-C326-061B6CAB560A}"/>
              </a:ext>
            </a:extLst>
          </p:cNvPr>
          <p:cNvSpPr txBox="1"/>
          <p:nvPr/>
        </p:nvSpPr>
        <p:spPr>
          <a:xfrm>
            <a:off x="3336129" y="1155481"/>
            <a:ext cx="123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giggle</a:t>
            </a:r>
            <a:endParaRPr lang="ko-KR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A954EE3-0C4C-6CE9-B865-ED38AD2AE3B5}"/>
              </a:ext>
            </a:extLst>
          </p:cNvPr>
          <p:cNvSpPr txBox="1"/>
          <p:nvPr/>
        </p:nvSpPr>
        <p:spPr>
          <a:xfrm>
            <a:off x="4997036" y="1163141"/>
            <a:ext cx="123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curious</a:t>
            </a:r>
            <a:endParaRPr lang="ko-KR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0F76DFA-0F96-F0D4-6D12-880D1CC033A4}"/>
              </a:ext>
            </a:extLst>
          </p:cNvPr>
          <p:cNvSpPr txBox="1"/>
          <p:nvPr/>
        </p:nvSpPr>
        <p:spPr>
          <a:xfrm>
            <a:off x="61196" y="2797549"/>
            <a:ext cx="123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Well..</a:t>
            </a:r>
            <a:endParaRPr lang="ko-KR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0A6170A-BB29-0763-39EF-9D8E19B710EC}"/>
              </a:ext>
            </a:extLst>
          </p:cNvPr>
          <p:cNvSpPr txBox="1"/>
          <p:nvPr/>
        </p:nvSpPr>
        <p:spPr>
          <a:xfrm>
            <a:off x="1759372" y="2772072"/>
            <a:ext cx="123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Hmm..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B9F1834-7FF4-D85E-4727-43650A8AD350}"/>
              </a:ext>
            </a:extLst>
          </p:cNvPr>
          <p:cNvSpPr txBox="1"/>
          <p:nvPr/>
        </p:nvSpPr>
        <p:spPr>
          <a:xfrm>
            <a:off x="3428635" y="2815581"/>
            <a:ext cx="123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tempered</a:t>
            </a:r>
            <a:endParaRPr lang="ko-KR" alt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C94BD5E-8B30-D3DB-EC49-2EF08D3BB9CD}"/>
              </a:ext>
            </a:extLst>
          </p:cNvPr>
          <p:cNvSpPr txBox="1"/>
          <p:nvPr/>
        </p:nvSpPr>
        <p:spPr>
          <a:xfrm>
            <a:off x="5110590" y="2823352"/>
            <a:ext cx="123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angry</a:t>
            </a:r>
            <a:endParaRPr lang="ko-KR" alt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333E7C4-FBB2-6015-B31E-D6C744AEAA7A}"/>
              </a:ext>
            </a:extLst>
          </p:cNvPr>
          <p:cNvSpPr txBox="1"/>
          <p:nvPr/>
        </p:nvSpPr>
        <p:spPr>
          <a:xfrm>
            <a:off x="182335" y="4563268"/>
            <a:ext cx="141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depressed</a:t>
            </a:r>
            <a:endParaRPr lang="ko-KR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22D8F6D-76E5-7823-A4F8-7CB0041EAA90}"/>
              </a:ext>
            </a:extLst>
          </p:cNvPr>
          <p:cNvSpPr txBox="1"/>
          <p:nvPr/>
        </p:nvSpPr>
        <p:spPr>
          <a:xfrm>
            <a:off x="1759372" y="4559306"/>
            <a:ext cx="141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760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와이드스크린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진혁 장</dc:creator>
  <cp:lastModifiedBy>진혁 장</cp:lastModifiedBy>
  <cp:revision>1</cp:revision>
  <dcterms:created xsi:type="dcterms:W3CDTF">2026-08-25T07:31:54Z</dcterms:created>
  <dcterms:modified xsi:type="dcterms:W3CDTF">2026-08-25T07:32:13Z</dcterms:modified>
</cp:coreProperties>
</file>